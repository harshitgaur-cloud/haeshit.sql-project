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8" d="100"/>
          <a:sy n="118" d="100"/>
        </p:scale>
        <p:origin x="44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910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B5C72-AA6A-2773-63B0-6B76394703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89E497-691C-983D-8A89-2A42CD85BC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31F564-4A94-114B-6E9D-AA138175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23F103-BC34-4FE4-A40E-EDDEECFDA5D0}" type="datetimeFigureOut">
              <a:rPr lang="en-US" smtClean="0"/>
              <a:pPr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DA58F-31A0-62E5-70F1-BED7A3BD2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342A1E-FAC7-B14A-ADC9-C6D7098332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18870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AE2D8-ED2B-F33B-98EB-230D375B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643FA-0F1E-85E8-A952-A9FF66A2D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CC539-042A-51D9-A864-1C3FE8DA3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81697-EACC-B0E7-28EE-BCFD03D1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39D1C-3214-67E9-6C38-C7D647B36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26990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E1261-0C17-D041-E791-8D6FBE15B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A88C47-FF07-ADB0-C0FE-5C2D810FE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DB9C4-0DFB-2FA2-230F-A4B345B11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16794A-04E0-22E8-07FF-76D3E6020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9CF1F-D937-540B-9C03-1FCE7B7E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40013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E82C-5408-6498-1AC0-6E394BDB4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E7133-A7B7-41C4-9288-D467B336C6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4B1656-506C-494D-DAF9-8C4B882C1F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D36D17-AE29-467E-E795-513CC5EE8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A03FF-3A60-9623-975C-9F0E3F0F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CE3665-E34B-5897-5192-E41C6497C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0598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5EB28-49FA-77E8-C749-B6F7DD01F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F6D21-E3A2-488A-E22E-4BB5C24BAE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44FB03-5B60-CE83-E5C0-BE54C106B8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5BBCC0-8CAF-62D1-97CD-6823124452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B3FF42-B3D5-54B8-13C5-160176859D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C064FE-9CAD-B266-8313-4553A0353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FA86315-DD5C-9368-0E8D-9FC902BB0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4BA54-994D-FEA9-F319-C76A167CD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32849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6711-9C1A-FC36-6299-B7E70272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0339F6-F73D-4471-B4A5-D3263E43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A742C-52F2-CE19-9542-277E31912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09948A-FB08-412F-BE60-A93AC3D1D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67284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C8D865-5549-BC08-0726-3470E5FE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07B040-F3A4-2978-69A3-EA86298C2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EECB2-51BD-6C1C-F63D-B3FCF83E0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197495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4FBFF-4568-D914-5652-85AD955DE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CDAEC-834E-504A-78A5-BF79EB06C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DB114-3AB4-8D06-01F1-76733A222B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F18F9-C55E-F5CC-7D40-F91650D7D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EB4C7E-866F-1E05-A28F-77D4503F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04D96-511D-60A9-2060-5248FE2F6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6615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538BA-D439-9923-2509-2A1DDE824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C6055B-EB89-52D9-19A6-888933C6B2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85B5E-C1A2-A208-4FD2-84A2E929C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D510AC-6C3A-BA79-EEB1-A02A8BD5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7BD3F-DEA0-4AC7-8DE1-670FA85D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332EB-D54A-F5F4-2D81-4C1ECAAE5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80374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54937-9B2E-EA8F-C5C5-E1DDAFE7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32AF2-C1E8-0CB4-ECA2-901ECC896C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31B2E-B0D7-099F-18E4-36171C8A5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6D93-FCAC-47E0-A2EE-787E62CA814C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1057B-C591-B13D-0BA4-2CCB4602F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84B572-B05E-F827-782C-7EF817E0E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683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85B006-7029-7810-9284-7C4D804B7D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825837-7FB4-5536-5001-18213958A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EAFB6-5D26-2036-7D74-4C095EBF4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A879A6-0FD0-4734-A311-86BFCA472E6E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63052-991A-851B-A9E4-0AF4EFD08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EA859-4FEC-64D4-5AF5-769222EE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05047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98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12459-27EC-904A-EBA9-2AE4270B1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349D2-06DA-CE22-9260-8DC4103E0D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5BAD9-A594-7FE5-346A-AFC4ACD261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E451C3-0FF4-47C4-B829-773ADF60F88C}" type="datetimeFigureOut">
              <a:rPr lang="en-US" smtClean="0"/>
              <a:t>7/10/2026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B618-0CED-A24A-512F-21D10B9A51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EC3FD-3929-2E60-F147-164C60C878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547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  <p:sldLayoutId id="214748374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Project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— Structured Query Language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Pandemic Response Analysis | 2021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global COVID-19 spread, vaccination rollout, and risk levels using SQL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Used: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Joins, Aggregate Functions, Group By, Case When, Stored Procedures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Cases, Vaccinations, Deaths, Risk Classification, Country-Level Analytics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91440" cy="10515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17043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Covid_Cases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ID, Country, Report Date, Confirmed Cases, Recovered Cases, Deaths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05156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77440"/>
            <a:ext cx="91440" cy="10515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505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Vaccination_Data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52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Vaccination ID, Country, Vaccination Date, Vaccine Name, Doses Administered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Countries | 50 Records Each Table | Date Range: Jan 01–05, 2021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AND FUNCTIONS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 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rows from Covid_Cases and Vaccination_Data on matching country to analyze across tables.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Functions: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SUM, AVG, COUNT, MIN, MAX to compute total confirmed cases, deaths, and doses per country.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&amp; HAVING: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results by country and filters using HAVING to compare doses vs cases.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countries as HIGH / MEDIUM / LOW risk based on total deaths.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ADD_CASE automates insertion of new COVID records, ensuring consistency and reuse.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1: Deaths Filter — India (&lt;50)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all records from India where deaths are less than 50.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the Covid_Cases table by country = 'INDIA' and deaths &lt; 50.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WHERE clause with AND condition to narrow down specific records.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identify early-stage outbreak dates with low mortality in a specific region.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DEATHS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Covid_Cases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country = 'INDIA' AND DEATHS &lt; 50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2: Total Confirmed Cases by Country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total count of confirmed case records per country, sorted descending.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COUNT on confirmed_cases grouped by country.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COUNTRY with ORDER BY TOTAL_CONFIRMED_CASE DESC.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countries have the highest reported case frequency.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795528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COUNT(CONFIRMED_CASES) AS TOTAL_CONFIRMED_CASE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Covid_Cases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TOTAL_CONFIRMED_CASE DESC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3: Total Cases, Recovered &amp; Deaths by Country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total confirmed, recovered, and death counts per country.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all three metrics using SUM grouped by country.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with SUM on all three columns, ordered by total confirmed DESC.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a complete country-level summary for recovery rate and mortality comparison.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7955280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SUM(CONFIRMED_CASES) AS TOTAL_CONFIRMED,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SUM(RECOVERED_CASES) AS TOTAL_RECOVERED,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SUM(DEATHS) AS TOTAL_DEATHS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Covid_Cases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TOTAL_CONFIRMED DESC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4: Countries Where Doses &lt; Confirmed Cases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countries where total doses administered are less than total confirmed cases.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Covid_Cases with Vaccination_Data on country, then compare sums.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HAVING SUM(DOSES) &lt; SUM(CONFIRMED) after JOIN + GROUP BY.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under-vaccinated regions that are at risk of further outbreak spread.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79552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CC.COUNTRY,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SUM(DOSES_ADMINISTERED) AS TOTAL_DOSES,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SUM(CONFIRMED_CASES) AS TOTAL_CONFIRMED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Covid_Cases AS CC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Vaccination_Data AS VD ON CC.country = VD.country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CC.country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SUM(DOSES_ADMINISTERED) &lt; SUM(CONFIRMED_CASES)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TOTAL_DOSES DESC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5: Country Risk Classification by Deaths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each country as HIGH, MEDIUM, or LOW risk based on total deaths.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deaths per country, then apply thresholds: HIGH &gt;100, MEDIUM 50–100, LOW &lt;50.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6824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expression on SUM(DEATHS) within GROUP BY query.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06654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INSIGHTS: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quick risk triage at country level for resource allocation decisions.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8229600" cy="16916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651760"/>
            <a:ext cx="7955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COUNTRY, SUM(DEATHS) AS TOTAL_DEATHS,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SUM(DEATHS) &gt; 100 THEN 'HIGH'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SUM(DEATHS) BETWEEN 50 AND 100 THEN 'MEDIUM'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WHEN SUM(DEATHS) &lt; 50 THEN 'LOW'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 'NON'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END AS DEATHS_RANK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Covid_Cases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COUNTRY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 USAGE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data insertion is error-prone and inefficient.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procedures ensure data consistency and enable faster, repeatable operations.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ADD_CASE automates insertion into Covid_Cases with six parameters: case_id, country, report_date, confirmed_cases, recovered_cases, deaths.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331720"/>
            <a:ext cx="822960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77440"/>
            <a:ext cx="79552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PROCEDURE ADD_CASE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@case_id INT, @country VARCHAR(50),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@report_date DATE, @confirmed_cases INT,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@recovered_cases INT, @deaths INT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 BEGIN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INSERT INTO Covid_Cases VALUES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(@case_id, @country, @report_date,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@confirmed_cases, @recovered_cases, @deaths)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AFF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 ADD_CASE 51, 'India', '2022-01-01', 300, 150, 22;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AND 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and Brazil recorded the highest total confirmed cases and deaths across the 5-day period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6733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 and Canada reported the lowest case and death counts — indicating effective early containment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2386584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countries had vaccination doses lower than confirmed cases, revealing an under-vaccinated period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099816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risk classification shows USA and Brazil as HIGH risk; Canada and Japan as LOW risk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81304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86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demonstrates real-world COVID analytics using SQL joins, aggregation, and stored procedures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A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0" y="164592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YOU!!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137160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COVID-19 Data Analytics | SQL Project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1081</Words>
  <Application>Microsoft Office PowerPoint</Application>
  <PresentationFormat>On-screen Show (16:9)</PresentationFormat>
  <Paragraphs>112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COVID Data Analytics Project</dc:title>
  <dc:subject>PptxGenJS Presentation</dc:subject>
  <dc:creator>PptxGenJS</dc:creator>
  <cp:lastModifiedBy>harshitgwari1975@gmail.com</cp:lastModifiedBy>
  <cp:revision>3</cp:revision>
  <dcterms:created xsi:type="dcterms:W3CDTF">2026-05-30T12:48:07Z</dcterms:created>
  <dcterms:modified xsi:type="dcterms:W3CDTF">2026-07-10T09:23:12Z</dcterms:modified>
</cp:coreProperties>
</file>